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Livvic Heavy" charset="1" panose="00000000000000000000"/>
      <p:regular r:id="rId11"/>
    </p:embeddedFont>
    <p:embeddedFont>
      <p:font typeface="Heebo Medium" charset="1" panose="00000600000000000000"/>
      <p:regular r:id="rId12"/>
    </p:embeddedFont>
    <p:embeddedFont>
      <p:font typeface="Canva Sans Bold" charset="1" panose="020B0803030501040103"/>
      <p:regular r:id="rId13"/>
    </p:embeddedFont>
    <p:embeddedFont>
      <p:font typeface="Canva Sans Italics" charset="1" panose="020B0503030501040103"/>
      <p:regular r:id="rId14"/>
    </p:embeddedFont>
    <p:embeddedFont>
      <p:font typeface="Canva Sans" charset="1" panose="020B05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jpe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9E1"/>
        </a:solidFill>
      </p:bgPr>
    </p:bg>
    <p:spTree>
      <p:nvGrpSpPr>
        <p:cNvPr id="1" name=""/>
        <p:cNvGrpSpPr/>
        <p:nvPr/>
      </p:nvGrpSpPr>
      <p:grpSpPr>
        <a:xfrm>
          <a:off x="0" y="0"/>
          <a:ext cx="0" cy="0"/>
          <a:chOff x="0" y="0"/>
          <a:chExt cx="0" cy="0"/>
        </a:xfrm>
      </p:grpSpPr>
      <p:sp>
        <p:nvSpPr>
          <p:cNvPr name="Freeform 2" id="2"/>
          <p:cNvSpPr/>
          <p:nvPr/>
        </p:nvSpPr>
        <p:spPr>
          <a:xfrm flipH="true" flipV="false" rot="1589819">
            <a:off x="7410303" y="228926"/>
            <a:ext cx="1094156" cy="2149235"/>
          </a:xfrm>
          <a:custGeom>
            <a:avLst/>
            <a:gdLst/>
            <a:ahLst/>
            <a:cxnLst/>
            <a:rect r="r" b="b" t="t" l="l"/>
            <a:pathLst>
              <a:path h="2149235" w="1094156">
                <a:moveTo>
                  <a:pt x="1094156" y="0"/>
                </a:moveTo>
                <a:lnTo>
                  <a:pt x="0" y="0"/>
                </a:lnTo>
                <a:lnTo>
                  <a:pt x="0" y="2149234"/>
                </a:lnTo>
                <a:lnTo>
                  <a:pt x="1094156" y="2149234"/>
                </a:lnTo>
                <a:lnTo>
                  <a:pt x="10941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6541" y="1666820"/>
            <a:ext cx="7893752" cy="7850695"/>
          </a:xfrm>
          <a:custGeom>
            <a:avLst/>
            <a:gdLst/>
            <a:ahLst/>
            <a:cxnLst/>
            <a:rect r="r" b="b" t="t" l="l"/>
            <a:pathLst>
              <a:path h="7850695" w="7893752">
                <a:moveTo>
                  <a:pt x="0" y="0"/>
                </a:moveTo>
                <a:lnTo>
                  <a:pt x="7893752" y="0"/>
                </a:lnTo>
                <a:lnTo>
                  <a:pt x="7893752" y="7850695"/>
                </a:lnTo>
                <a:lnTo>
                  <a:pt x="0" y="785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240402" y="-1222665"/>
            <a:ext cx="8958994" cy="8976912"/>
            <a:chOff x="0" y="0"/>
            <a:chExt cx="6350000" cy="6362700"/>
          </a:xfrm>
        </p:grpSpPr>
        <p:sp>
          <p:nvSpPr>
            <p:cNvPr name="Freeform 5" id="5"/>
            <p:cNvSpPr/>
            <p:nvPr/>
          </p:nvSpPr>
          <p:spPr>
            <a:xfrm flipH="false" flipV="false" rot="0">
              <a:off x="-8" y="10548"/>
              <a:ext cx="6350004" cy="6350002"/>
            </a:xfrm>
            <a:custGeom>
              <a:avLst/>
              <a:gdLst/>
              <a:ahLst/>
              <a:cxnLst/>
              <a:rect r="r" b="b" t="t" l="l"/>
              <a:pathLst>
                <a:path h="6350002" w="6350004">
                  <a:moveTo>
                    <a:pt x="2052010" y="199142"/>
                  </a:moveTo>
                  <a:cubicBezTo>
                    <a:pt x="2197197" y="17913"/>
                    <a:pt x="2443272" y="-48038"/>
                    <a:pt x="2659629" y="36328"/>
                  </a:cubicBezTo>
                  <a:lnTo>
                    <a:pt x="2982006" y="162045"/>
                  </a:lnTo>
                  <a:cubicBezTo>
                    <a:pt x="3106123" y="210444"/>
                    <a:pt x="3243893" y="210444"/>
                    <a:pt x="3368010" y="162045"/>
                  </a:cubicBezTo>
                  <a:lnTo>
                    <a:pt x="3690387" y="36328"/>
                  </a:lnTo>
                  <a:cubicBezTo>
                    <a:pt x="3906744" y="-48038"/>
                    <a:pt x="4152819" y="17913"/>
                    <a:pt x="4298005" y="199142"/>
                  </a:cubicBezTo>
                  <a:lnTo>
                    <a:pt x="4514337" y="469195"/>
                  </a:lnTo>
                  <a:cubicBezTo>
                    <a:pt x="4597632" y="573168"/>
                    <a:pt x="4716948" y="642052"/>
                    <a:pt x="4848640" y="662196"/>
                  </a:cubicBezTo>
                  <a:lnTo>
                    <a:pt x="5190676" y="714520"/>
                  </a:lnTo>
                  <a:cubicBezTo>
                    <a:pt x="5420228" y="749636"/>
                    <a:pt x="5600378" y="929785"/>
                    <a:pt x="5635481" y="1159338"/>
                  </a:cubicBezTo>
                  <a:lnTo>
                    <a:pt x="5687805" y="1501374"/>
                  </a:lnTo>
                  <a:cubicBezTo>
                    <a:pt x="5707947" y="1633063"/>
                    <a:pt x="5776833" y="1752376"/>
                    <a:pt x="5880806" y="1835664"/>
                  </a:cubicBezTo>
                  <a:lnTo>
                    <a:pt x="6150859" y="2051995"/>
                  </a:lnTo>
                  <a:cubicBezTo>
                    <a:pt x="6332101" y="2197182"/>
                    <a:pt x="6398040" y="2443270"/>
                    <a:pt x="6313673" y="2659614"/>
                  </a:cubicBezTo>
                  <a:lnTo>
                    <a:pt x="6187969" y="2981991"/>
                  </a:lnTo>
                  <a:cubicBezTo>
                    <a:pt x="6139569" y="3106112"/>
                    <a:pt x="6139569" y="3243887"/>
                    <a:pt x="6187969" y="3368008"/>
                  </a:cubicBezTo>
                  <a:lnTo>
                    <a:pt x="6313673" y="3690385"/>
                  </a:lnTo>
                  <a:cubicBezTo>
                    <a:pt x="6398040" y="3906742"/>
                    <a:pt x="6332101" y="4152817"/>
                    <a:pt x="6150859" y="4298003"/>
                  </a:cubicBezTo>
                  <a:lnTo>
                    <a:pt x="5880806" y="4514335"/>
                  </a:lnTo>
                  <a:cubicBezTo>
                    <a:pt x="5776833" y="4597623"/>
                    <a:pt x="5707947" y="4716936"/>
                    <a:pt x="5687805" y="4848624"/>
                  </a:cubicBezTo>
                  <a:lnTo>
                    <a:pt x="5635481" y="5190661"/>
                  </a:lnTo>
                  <a:cubicBezTo>
                    <a:pt x="5600365" y="5420214"/>
                    <a:pt x="5420228" y="5600363"/>
                    <a:pt x="5190676" y="5635478"/>
                  </a:cubicBezTo>
                  <a:lnTo>
                    <a:pt x="4848627" y="5687802"/>
                  </a:lnTo>
                  <a:cubicBezTo>
                    <a:pt x="4716939" y="5707947"/>
                    <a:pt x="4597627" y="5776832"/>
                    <a:pt x="4514337" y="5880804"/>
                  </a:cubicBezTo>
                  <a:lnTo>
                    <a:pt x="4298005" y="6150857"/>
                  </a:lnTo>
                  <a:cubicBezTo>
                    <a:pt x="4152819" y="6332099"/>
                    <a:pt x="3906744" y="6398037"/>
                    <a:pt x="3690387" y="6313671"/>
                  </a:cubicBezTo>
                  <a:lnTo>
                    <a:pt x="3368010" y="6187954"/>
                  </a:lnTo>
                  <a:cubicBezTo>
                    <a:pt x="3243893" y="6139555"/>
                    <a:pt x="3106123" y="6139555"/>
                    <a:pt x="2982006" y="6187954"/>
                  </a:cubicBezTo>
                  <a:lnTo>
                    <a:pt x="2659629" y="6313671"/>
                  </a:lnTo>
                  <a:cubicBezTo>
                    <a:pt x="2443272" y="6398037"/>
                    <a:pt x="2197197" y="6332099"/>
                    <a:pt x="2052010" y="6150857"/>
                  </a:cubicBezTo>
                  <a:lnTo>
                    <a:pt x="1835679" y="5880804"/>
                  </a:lnTo>
                  <a:cubicBezTo>
                    <a:pt x="1752389" y="5776832"/>
                    <a:pt x="1633077" y="5707947"/>
                    <a:pt x="1501389" y="5687802"/>
                  </a:cubicBezTo>
                  <a:lnTo>
                    <a:pt x="1159340" y="5635478"/>
                  </a:lnTo>
                  <a:cubicBezTo>
                    <a:pt x="929788" y="5600363"/>
                    <a:pt x="749638" y="5420214"/>
                    <a:pt x="714535" y="5190661"/>
                  </a:cubicBezTo>
                  <a:lnTo>
                    <a:pt x="662211" y="4848624"/>
                  </a:lnTo>
                  <a:cubicBezTo>
                    <a:pt x="642068" y="4716937"/>
                    <a:pt x="573183" y="4597624"/>
                    <a:pt x="469209" y="4514335"/>
                  </a:cubicBezTo>
                  <a:lnTo>
                    <a:pt x="199144" y="4298003"/>
                  </a:lnTo>
                  <a:cubicBezTo>
                    <a:pt x="17915" y="4152817"/>
                    <a:pt x="-48023" y="3906742"/>
                    <a:pt x="36330" y="3690384"/>
                  </a:cubicBezTo>
                  <a:lnTo>
                    <a:pt x="162035" y="3368007"/>
                  </a:lnTo>
                  <a:cubicBezTo>
                    <a:pt x="210433" y="3243886"/>
                    <a:pt x="210433" y="3106112"/>
                    <a:pt x="162035" y="2981991"/>
                  </a:cubicBezTo>
                  <a:lnTo>
                    <a:pt x="36330" y="2659614"/>
                  </a:lnTo>
                  <a:cubicBezTo>
                    <a:pt x="-48036" y="2443270"/>
                    <a:pt x="17902" y="2197182"/>
                    <a:pt x="199144" y="2051995"/>
                  </a:cubicBezTo>
                  <a:lnTo>
                    <a:pt x="469197" y="1835664"/>
                  </a:lnTo>
                  <a:cubicBezTo>
                    <a:pt x="573170" y="1752375"/>
                    <a:pt x="642055" y="1633062"/>
                    <a:pt x="662199" y="1501374"/>
                  </a:cubicBezTo>
                  <a:lnTo>
                    <a:pt x="714523" y="1159338"/>
                  </a:lnTo>
                  <a:cubicBezTo>
                    <a:pt x="749625" y="929785"/>
                    <a:pt x="929775" y="749636"/>
                    <a:pt x="1159327" y="714520"/>
                  </a:cubicBezTo>
                  <a:lnTo>
                    <a:pt x="1501377" y="662196"/>
                  </a:lnTo>
                  <a:cubicBezTo>
                    <a:pt x="1633064" y="642051"/>
                    <a:pt x="1752376" y="573166"/>
                    <a:pt x="1835666" y="469194"/>
                  </a:cubicBezTo>
                  <a:close/>
                </a:path>
              </a:pathLst>
            </a:custGeom>
            <a:blipFill>
              <a:blip r:embed="rId6"/>
              <a:stretch>
                <a:fillRect l="0" t="-333" r="-50594" b="0"/>
              </a:stretch>
            </a:blipFill>
            <a:ln cap="sq">
              <a:noFill/>
              <a:prstDash val="solid"/>
              <a:miter/>
            </a:ln>
          </p:spPr>
        </p:sp>
      </p:grpSp>
      <p:sp>
        <p:nvSpPr>
          <p:cNvPr name="Freeform 6" id="6"/>
          <p:cNvSpPr/>
          <p:nvPr/>
        </p:nvSpPr>
        <p:spPr>
          <a:xfrm flipH="false" flipV="false" rot="-115766">
            <a:off x="8368886" y="4891071"/>
            <a:ext cx="10040932" cy="5981186"/>
          </a:xfrm>
          <a:custGeom>
            <a:avLst/>
            <a:gdLst/>
            <a:ahLst/>
            <a:cxnLst/>
            <a:rect r="r" b="b" t="t" l="l"/>
            <a:pathLst>
              <a:path h="5981186" w="10040932">
                <a:moveTo>
                  <a:pt x="0" y="0"/>
                </a:moveTo>
                <a:lnTo>
                  <a:pt x="10040932" y="0"/>
                </a:lnTo>
                <a:lnTo>
                  <a:pt x="10040932" y="5981186"/>
                </a:lnTo>
                <a:lnTo>
                  <a:pt x="0" y="5981186"/>
                </a:lnTo>
                <a:lnTo>
                  <a:pt x="0" y="0"/>
                </a:lnTo>
                <a:close/>
              </a:path>
            </a:pathLst>
          </a:custGeom>
          <a:blipFill>
            <a:blip r:embed="rId7">
              <a:extLst>
                <a:ext uri="{96DAC541-7B7A-43D3-8B79-37D633B846F1}">
                  <asvg:svgBlip xmlns:asvg="http://schemas.microsoft.com/office/drawing/2016/SVG/main" r:embed="rId8"/>
                </a:ext>
              </a:extLst>
            </a:blip>
            <a:stretch>
              <a:fillRect l="-16343" t="0" r="0" b="0"/>
            </a:stretch>
          </a:blipFill>
        </p:spPr>
      </p:sp>
      <p:grpSp>
        <p:nvGrpSpPr>
          <p:cNvPr name="Group 7" id="7"/>
          <p:cNvGrpSpPr/>
          <p:nvPr/>
        </p:nvGrpSpPr>
        <p:grpSpPr>
          <a:xfrm rot="0">
            <a:off x="9022948" y="6925277"/>
            <a:ext cx="6777831" cy="956388"/>
            <a:chOff x="0" y="0"/>
            <a:chExt cx="1785108" cy="251888"/>
          </a:xfrm>
        </p:grpSpPr>
        <p:sp>
          <p:nvSpPr>
            <p:cNvPr name="Freeform 8" id="8"/>
            <p:cNvSpPr/>
            <p:nvPr/>
          </p:nvSpPr>
          <p:spPr>
            <a:xfrm flipH="false" flipV="false" rot="0">
              <a:off x="0" y="0"/>
              <a:ext cx="1785108" cy="251888"/>
            </a:xfrm>
            <a:custGeom>
              <a:avLst/>
              <a:gdLst/>
              <a:ahLst/>
              <a:cxnLst/>
              <a:rect r="r" b="b" t="t" l="l"/>
              <a:pathLst>
                <a:path h="251888" w="1785108">
                  <a:moveTo>
                    <a:pt x="58254" y="0"/>
                  </a:moveTo>
                  <a:lnTo>
                    <a:pt x="1726854" y="0"/>
                  </a:lnTo>
                  <a:cubicBezTo>
                    <a:pt x="1759027" y="0"/>
                    <a:pt x="1785108" y="26081"/>
                    <a:pt x="1785108" y="58254"/>
                  </a:cubicBezTo>
                  <a:lnTo>
                    <a:pt x="1785108" y="193634"/>
                  </a:lnTo>
                  <a:cubicBezTo>
                    <a:pt x="1785108" y="225807"/>
                    <a:pt x="1759027" y="251888"/>
                    <a:pt x="1726854" y="251888"/>
                  </a:cubicBezTo>
                  <a:lnTo>
                    <a:pt x="58254" y="251888"/>
                  </a:lnTo>
                  <a:cubicBezTo>
                    <a:pt x="42804" y="251888"/>
                    <a:pt x="27987" y="245751"/>
                    <a:pt x="17062" y="234826"/>
                  </a:cubicBezTo>
                  <a:cubicBezTo>
                    <a:pt x="6137" y="223901"/>
                    <a:pt x="0" y="209084"/>
                    <a:pt x="0" y="193634"/>
                  </a:cubicBezTo>
                  <a:lnTo>
                    <a:pt x="0" y="58254"/>
                  </a:lnTo>
                  <a:cubicBezTo>
                    <a:pt x="0" y="26081"/>
                    <a:pt x="26081" y="0"/>
                    <a:pt x="58254" y="0"/>
                  </a:cubicBezTo>
                  <a:close/>
                </a:path>
              </a:pathLst>
            </a:custGeom>
            <a:solidFill>
              <a:srgbClr val="D8B188"/>
            </a:solidFill>
          </p:spPr>
        </p:sp>
        <p:sp>
          <p:nvSpPr>
            <p:cNvPr name="TextBox 9" id="9"/>
            <p:cNvSpPr txBox="true"/>
            <p:nvPr/>
          </p:nvSpPr>
          <p:spPr>
            <a:xfrm>
              <a:off x="0" y="-38100"/>
              <a:ext cx="1785108" cy="289988"/>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8271043" y="7232290"/>
            <a:ext cx="632236" cy="411528"/>
          </a:xfrm>
          <a:custGeom>
            <a:avLst/>
            <a:gdLst/>
            <a:ahLst/>
            <a:cxnLst/>
            <a:rect r="r" b="b" t="t" l="l"/>
            <a:pathLst>
              <a:path h="411528" w="632236">
                <a:moveTo>
                  <a:pt x="0" y="0"/>
                </a:moveTo>
                <a:lnTo>
                  <a:pt x="632236" y="0"/>
                </a:lnTo>
                <a:lnTo>
                  <a:pt x="632236" y="411528"/>
                </a:lnTo>
                <a:lnTo>
                  <a:pt x="0" y="4115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6163936" y="-70141"/>
            <a:ext cx="3846142" cy="2937054"/>
          </a:xfrm>
          <a:custGeom>
            <a:avLst/>
            <a:gdLst/>
            <a:ahLst/>
            <a:cxnLst/>
            <a:rect r="r" b="b" t="t" l="l"/>
            <a:pathLst>
              <a:path h="2937054" w="3846142">
                <a:moveTo>
                  <a:pt x="0" y="0"/>
                </a:moveTo>
                <a:lnTo>
                  <a:pt x="3846141" y="0"/>
                </a:lnTo>
                <a:lnTo>
                  <a:pt x="3846141" y="2937054"/>
                </a:lnTo>
                <a:lnTo>
                  <a:pt x="0" y="293705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9144000" y="8210397"/>
            <a:ext cx="2409953" cy="359302"/>
          </a:xfrm>
          <a:custGeom>
            <a:avLst/>
            <a:gdLst/>
            <a:ahLst/>
            <a:cxnLst/>
            <a:rect r="r" b="b" t="t" l="l"/>
            <a:pathLst>
              <a:path h="359302" w="2409953">
                <a:moveTo>
                  <a:pt x="0" y="0"/>
                </a:moveTo>
                <a:lnTo>
                  <a:pt x="2409953" y="0"/>
                </a:lnTo>
                <a:lnTo>
                  <a:pt x="2409953" y="359302"/>
                </a:lnTo>
                <a:lnTo>
                  <a:pt x="0" y="3593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3" id="13"/>
          <p:cNvSpPr txBox="true"/>
          <p:nvPr/>
        </p:nvSpPr>
        <p:spPr>
          <a:xfrm rot="0">
            <a:off x="9144000" y="1617097"/>
            <a:ext cx="7019936" cy="4445920"/>
          </a:xfrm>
          <a:prstGeom prst="rect">
            <a:avLst/>
          </a:prstGeom>
        </p:spPr>
        <p:txBody>
          <a:bodyPr anchor="t" rtlCol="false" tIns="0" lIns="0" bIns="0" rIns="0">
            <a:spAutoFit/>
          </a:bodyPr>
          <a:lstStyle/>
          <a:p>
            <a:pPr algn="l">
              <a:lnSpc>
                <a:spcPts val="17870"/>
              </a:lnSpc>
              <a:spcBef>
                <a:spcPct val="0"/>
              </a:spcBef>
            </a:pPr>
            <a:r>
              <a:rPr lang="en-US" b="true" sz="12764">
                <a:solidFill>
                  <a:srgbClr val="602C0B"/>
                </a:solidFill>
                <a:latin typeface="Livvic Heavy"/>
                <a:ea typeface="Livvic Heavy"/>
                <a:cs typeface="Livvic Heavy"/>
                <a:sym typeface="Livvic Heavy"/>
              </a:rPr>
              <a:t>RECIPE BOOK</a:t>
            </a:r>
          </a:p>
        </p:txBody>
      </p:sp>
      <p:sp>
        <p:nvSpPr>
          <p:cNvPr name="TextBox 14" id="14"/>
          <p:cNvSpPr txBox="true"/>
          <p:nvPr/>
        </p:nvSpPr>
        <p:spPr>
          <a:xfrm rot="0">
            <a:off x="9371816" y="7105973"/>
            <a:ext cx="6080095" cy="537845"/>
          </a:xfrm>
          <a:prstGeom prst="rect">
            <a:avLst/>
          </a:prstGeom>
        </p:spPr>
        <p:txBody>
          <a:bodyPr anchor="t" rtlCol="false" tIns="0" lIns="0" bIns="0" rIns="0">
            <a:spAutoFit/>
          </a:bodyPr>
          <a:lstStyle/>
          <a:p>
            <a:pPr algn="l">
              <a:lnSpc>
                <a:spcPts val="4479"/>
              </a:lnSpc>
            </a:pPr>
            <a:r>
              <a:rPr lang="en-US" sz="3199" b="true">
                <a:solidFill>
                  <a:srgbClr val="000000"/>
                </a:solidFill>
                <a:latin typeface="Heebo Medium"/>
                <a:ea typeface="Heebo Medium"/>
                <a:cs typeface="Heebo Medium"/>
                <a:sym typeface="Heebo Medium"/>
              </a:rPr>
              <a:t>Bringing Joy, One Bite at a Time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9E1"/>
        </a:solidFill>
      </p:bgPr>
    </p:bg>
    <p:spTree>
      <p:nvGrpSpPr>
        <p:cNvPr id="1" name=""/>
        <p:cNvGrpSpPr/>
        <p:nvPr/>
      </p:nvGrpSpPr>
      <p:grpSpPr>
        <a:xfrm>
          <a:off x="0" y="0"/>
          <a:ext cx="0" cy="0"/>
          <a:chOff x="0" y="0"/>
          <a:chExt cx="0" cy="0"/>
        </a:xfrm>
      </p:grpSpPr>
      <p:grpSp>
        <p:nvGrpSpPr>
          <p:cNvPr name="Group 2" id="2"/>
          <p:cNvGrpSpPr/>
          <p:nvPr/>
        </p:nvGrpSpPr>
        <p:grpSpPr>
          <a:xfrm rot="0">
            <a:off x="3805644" y="4190551"/>
            <a:ext cx="9090530" cy="5149461"/>
            <a:chOff x="0" y="0"/>
            <a:chExt cx="2394214" cy="1356237"/>
          </a:xfrm>
        </p:grpSpPr>
        <p:sp>
          <p:nvSpPr>
            <p:cNvPr name="Freeform 3" id="3"/>
            <p:cNvSpPr/>
            <p:nvPr/>
          </p:nvSpPr>
          <p:spPr>
            <a:xfrm flipH="false" flipV="false" rot="0">
              <a:off x="0" y="0"/>
              <a:ext cx="2394214" cy="1356237"/>
            </a:xfrm>
            <a:custGeom>
              <a:avLst/>
              <a:gdLst/>
              <a:ahLst/>
              <a:cxnLst/>
              <a:rect r="r" b="b" t="t" l="l"/>
              <a:pathLst>
                <a:path h="1356237" w="2394214">
                  <a:moveTo>
                    <a:pt x="43434" y="0"/>
                  </a:moveTo>
                  <a:lnTo>
                    <a:pt x="2350780" y="0"/>
                  </a:lnTo>
                  <a:cubicBezTo>
                    <a:pt x="2374767" y="0"/>
                    <a:pt x="2394214" y="19446"/>
                    <a:pt x="2394214" y="43434"/>
                  </a:cubicBezTo>
                  <a:lnTo>
                    <a:pt x="2394214" y="1312803"/>
                  </a:lnTo>
                  <a:cubicBezTo>
                    <a:pt x="2394214" y="1324322"/>
                    <a:pt x="2389637" y="1335370"/>
                    <a:pt x="2381492" y="1343515"/>
                  </a:cubicBezTo>
                  <a:cubicBezTo>
                    <a:pt x="2373347" y="1351661"/>
                    <a:pt x="2362299" y="1356237"/>
                    <a:pt x="2350780" y="1356237"/>
                  </a:cubicBezTo>
                  <a:lnTo>
                    <a:pt x="43434" y="1356237"/>
                  </a:lnTo>
                  <a:cubicBezTo>
                    <a:pt x="31915" y="1356237"/>
                    <a:pt x="20867" y="1351661"/>
                    <a:pt x="12722" y="1343515"/>
                  </a:cubicBezTo>
                  <a:cubicBezTo>
                    <a:pt x="4576" y="1335370"/>
                    <a:pt x="0" y="1324322"/>
                    <a:pt x="0" y="1312803"/>
                  </a:cubicBezTo>
                  <a:lnTo>
                    <a:pt x="0" y="43434"/>
                  </a:lnTo>
                  <a:cubicBezTo>
                    <a:pt x="0" y="31915"/>
                    <a:pt x="4576" y="20867"/>
                    <a:pt x="12722" y="12722"/>
                  </a:cubicBezTo>
                  <a:cubicBezTo>
                    <a:pt x="20867" y="4576"/>
                    <a:pt x="31915" y="0"/>
                    <a:pt x="43434" y="0"/>
                  </a:cubicBezTo>
                  <a:close/>
                </a:path>
              </a:pathLst>
            </a:custGeom>
            <a:solidFill>
              <a:srgbClr val="D8B188"/>
            </a:solidFill>
          </p:spPr>
        </p:sp>
        <p:sp>
          <p:nvSpPr>
            <p:cNvPr name="TextBox 4" id="4"/>
            <p:cNvSpPr txBox="true"/>
            <p:nvPr/>
          </p:nvSpPr>
          <p:spPr>
            <a:xfrm>
              <a:off x="0" y="-57150"/>
              <a:ext cx="2394214" cy="1413387"/>
            </a:xfrm>
            <a:prstGeom prst="rect">
              <a:avLst/>
            </a:prstGeom>
          </p:spPr>
          <p:txBody>
            <a:bodyPr anchor="ctr" rtlCol="false" tIns="50800" lIns="50800" bIns="50800" rIns="50800"/>
            <a:lstStyle/>
            <a:p>
              <a:pPr algn="ctr">
                <a:lnSpc>
                  <a:spcPts val="3919"/>
                </a:lnSpc>
              </a:pPr>
              <a:r>
                <a:rPr lang="en-US" sz="2799" b="true">
                  <a:solidFill>
                    <a:srgbClr val="000000"/>
                  </a:solidFill>
                  <a:latin typeface="Canva Sans Bold"/>
                  <a:ea typeface="Canva Sans Bold"/>
                  <a:cs typeface="Canva Sans Bold"/>
                  <a:sym typeface="Canva Sans Bold"/>
                </a:rPr>
                <a:t>NAME: DIYA SONI</a:t>
              </a:r>
            </a:p>
            <a:p>
              <a:pPr algn="ctr">
                <a:lnSpc>
                  <a:spcPts val="3919"/>
                </a:lnSpc>
              </a:pPr>
              <a:r>
                <a:rPr lang="en-US" sz="2799" b="true">
                  <a:solidFill>
                    <a:srgbClr val="000000"/>
                  </a:solidFill>
                  <a:latin typeface="Canva Sans Bold"/>
                  <a:ea typeface="Canva Sans Bold"/>
                  <a:cs typeface="Canva Sans Bold"/>
                  <a:sym typeface="Canva Sans Bold"/>
                </a:rPr>
                <a:t>DIPLOMA -IT</a:t>
              </a:r>
            </a:p>
            <a:p>
              <a:pPr algn="ctr">
                <a:lnSpc>
                  <a:spcPts val="3919"/>
                </a:lnSpc>
              </a:pPr>
              <a:r>
                <a:rPr lang="en-US" sz="2799" b="true">
                  <a:solidFill>
                    <a:srgbClr val="000000"/>
                  </a:solidFill>
                  <a:latin typeface="Canva Sans Bold"/>
                  <a:ea typeface="Canva Sans Bold"/>
                  <a:cs typeface="Canva Sans Bold"/>
                  <a:sym typeface="Canva Sans Bold"/>
                </a:rPr>
                <a:t>SEM-3</a:t>
              </a:r>
            </a:p>
            <a:p>
              <a:pPr algn="ctr">
                <a:lnSpc>
                  <a:spcPts val="3919"/>
                </a:lnSpc>
              </a:pPr>
              <a:r>
                <a:rPr lang="en-US" sz="2799" b="true">
                  <a:solidFill>
                    <a:srgbClr val="000000"/>
                  </a:solidFill>
                  <a:latin typeface="Canva Sans Bold"/>
                  <a:ea typeface="Canva Sans Bold"/>
                  <a:cs typeface="Canva Sans Bold"/>
                  <a:sym typeface="Canva Sans Bold"/>
                </a:rPr>
                <a:t>ENROLLMENT NO.: 24C15066</a:t>
              </a:r>
            </a:p>
            <a:p>
              <a:pPr algn="ctr">
                <a:lnSpc>
                  <a:spcPts val="3919"/>
                </a:lnSpc>
              </a:pPr>
              <a:r>
                <a:rPr lang="en-US" sz="2799" b="true">
                  <a:solidFill>
                    <a:srgbClr val="000000"/>
                  </a:solidFill>
                  <a:latin typeface="Canva Sans Bold"/>
                  <a:ea typeface="Canva Sans Bold"/>
                  <a:cs typeface="Canva Sans Bold"/>
                  <a:sym typeface="Canva Sans Bold"/>
                </a:rPr>
                <a:t>JAVA SCRIPT PROJECT-</a:t>
              </a:r>
            </a:p>
            <a:p>
              <a:pPr algn="ctr">
                <a:lnSpc>
                  <a:spcPts val="3919"/>
                </a:lnSpc>
                <a:spcBef>
                  <a:spcPct val="0"/>
                </a:spcBef>
              </a:pPr>
              <a:r>
                <a:rPr lang="en-US" b="true" sz="2799">
                  <a:solidFill>
                    <a:srgbClr val="000000"/>
                  </a:solidFill>
                  <a:latin typeface="Canva Sans Bold"/>
                  <a:ea typeface="Canva Sans Bold"/>
                  <a:cs typeface="Canva Sans Bold"/>
                  <a:sym typeface="Canva Sans Bold"/>
                </a:rPr>
                <a:t>RECIPE BOOK</a:t>
              </a:r>
            </a:p>
          </p:txBody>
        </p:sp>
      </p:grpSp>
      <p:sp>
        <p:nvSpPr>
          <p:cNvPr name="Freeform 5" id="5"/>
          <p:cNvSpPr/>
          <p:nvPr/>
        </p:nvSpPr>
        <p:spPr>
          <a:xfrm flipH="false" flipV="true" rot="0">
            <a:off x="14026864" y="-2506692"/>
            <a:ext cx="6111453" cy="6078118"/>
          </a:xfrm>
          <a:custGeom>
            <a:avLst/>
            <a:gdLst/>
            <a:ahLst/>
            <a:cxnLst/>
            <a:rect r="r" b="b" t="t" l="l"/>
            <a:pathLst>
              <a:path h="6078118" w="6111453">
                <a:moveTo>
                  <a:pt x="0" y="6078118"/>
                </a:moveTo>
                <a:lnTo>
                  <a:pt x="6111453" y="6078118"/>
                </a:lnTo>
                <a:lnTo>
                  <a:pt x="6111453" y="0"/>
                </a:lnTo>
                <a:lnTo>
                  <a:pt x="0" y="0"/>
                </a:lnTo>
                <a:lnTo>
                  <a:pt x="0" y="607811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31799" y="2128202"/>
            <a:ext cx="9136079" cy="1441451"/>
          </a:xfrm>
          <a:prstGeom prst="rect">
            <a:avLst/>
          </a:prstGeom>
        </p:spPr>
        <p:txBody>
          <a:bodyPr anchor="t" rtlCol="false" tIns="0" lIns="0" bIns="0" rIns="0">
            <a:spAutoFit/>
          </a:bodyPr>
          <a:lstStyle/>
          <a:p>
            <a:pPr algn="l">
              <a:lnSpc>
                <a:spcPts val="11899"/>
              </a:lnSpc>
              <a:spcBef>
                <a:spcPct val="0"/>
              </a:spcBef>
            </a:pPr>
            <a:r>
              <a:rPr lang="en-US" b="true" sz="8499">
                <a:solidFill>
                  <a:srgbClr val="602C0B"/>
                </a:solidFill>
                <a:latin typeface="Livvic Heavy"/>
                <a:ea typeface="Livvic Heavy"/>
                <a:cs typeface="Livvic Heavy"/>
                <a:sym typeface="Livvic Heavy"/>
              </a:rPr>
              <a:t>INTRODUCTION</a:t>
            </a:r>
          </a:p>
        </p:txBody>
      </p:sp>
      <p:sp>
        <p:nvSpPr>
          <p:cNvPr name="Freeform 7" id="7"/>
          <p:cNvSpPr/>
          <p:nvPr/>
        </p:nvSpPr>
        <p:spPr>
          <a:xfrm flipH="false" flipV="false" rot="0">
            <a:off x="-1385804" y="-98340"/>
            <a:ext cx="3117603" cy="2380715"/>
          </a:xfrm>
          <a:custGeom>
            <a:avLst/>
            <a:gdLst/>
            <a:ahLst/>
            <a:cxnLst/>
            <a:rect r="r" b="b" t="t" l="l"/>
            <a:pathLst>
              <a:path h="2380715" w="3117603">
                <a:moveTo>
                  <a:pt x="0" y="0"/>
                </a:moveTo>
                <a:lnTo>
                  <a:pt x="3117603" y="0"/>
                </a:lnTo>
                <a:lnTo>
                  <a:pt x="3117603" y="2380715"/>
                </a:lnTo>
                <a:lnTo>
                  <a:pt x="0" y="23807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939023" y="1300403"/>
            <a:ext cx="2409953" cy="359302"/>
          </a:xfrm>
          <a:custGeom>
            <a:avLst/>
            <a:gdLst/>
            <a:ahLst/>
            <a:cxnLst/>
            <a:rect r="r" b="b" t="t" l="l"/>
            <a:pathLst>
              <a:path h="359302" w="2409953">
                <a:moveTo>
                  <a:pt x="0" y="0"/>
                </a:moveTo>
                <a:lnTo>
                  <a:pt x="2409954" y="0"/>
                </a:lnTo>
                <a:lnTo>
                  <a:pt x="2409954" y="359302"/>
                </a:lnTo>
                <a:lnTo>
                  <a:pt x="0" y="3593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9E1"/>
        </a:solidFill>
      </p:bgPr>
    </p:bg>
    <p:spTree>
      <p:nvGrpSpPr>
        <p:cNvPr id="1" name=""/>
        <p:cNvGrpSpPr/>
        <p:nvPr/>
      </p:nvGrpSpPr>
      <p:grpSpPr>
        <a:xfrm>
          <a:off x="0" y="0"/>
          <a:ext cx="0" cy="0"/>
          <a:chOff x="0" y="0"/>
          <a:chExt cx="0" cy="0"/>
        </a:xfrm>
      </p:grpSpPr>
      <p:grpSp>
        <p:nvGrpSpPr>
          <p:cNvPr name="Group 2" id="2"/>
          <p:cNvGrpSpPr/>
          <p:nvPr/>
        </p:nvGrpSpPr>
        <p:grpSpPr>
          <a:xfrm rot="0">
            <a:off x="-326375" y="9315450"/>
            <a:ext cx="19047875" cy="1398865"/>
            <a:chOff x="0" y="0"/>
            <a:chExt cx="5016724" cy="368425"/>
          </a:xfrm>
        </p:grpSpPr>
        <p:sp>
          <p:nvSpPr>
            <p:cNvPr name="Freeform 3" id="3"/>
            <p:cNvSpPr/>
            <p:nvPr/>
          </p:nvSpPr>
          <p:spPr>
            <a:xfrm flipH="false" flipV="false" rot="0">
              <a:off x="0" y="0"/>
              <a:ext cx="5016724" cy="368425"/>
            </a:xfrm>
            <a:custGeom>
              <a:avLst/>
              <a:gdLst/>
              <a:ahLst/>
              <a:cxnLst/>
              <a:rect r="r" b="b" t="t" l="l"/>
              <a:pathLst>
                <a:path h="368425" w="5016724">
                  <a:moveTo>
                    <a:pt x="0" y="0"/>
                  </a:moveTo>
                  <a:lnTo>
                    <a:pt x="5016724" y="0"/>
                  </a:lnTo>
                  <a:lnTo>
                    <a:pt x="5016724" y="368425"/>
                  </a:lnTo>
                  <a:lnTo>
                    <a:pt x="0" y="368425"/>
                  </a:lnTo>
                  <a:close/>
                </a:path>
              </a:pathLst>
            </a:custGeom>
            <a:solidFill>
              <a:srgbClr val="602C0B"/>
            </a:solidFill>
          </p:spPr>
        </p:sp>
        <p:sp>
          <p:nvSpPr>
            <p:cNvPr name="TextBox 4" id="4"/>
            <p:cNvSpPr txBox="true"/>
            <p:nvPr/>
          </p:nvSpPr>
          <p:spPr>
            <a:xfrm>
              <a:off x="0" y="-38100"/>
              <a:ext cx="5016724" cy="40652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698670" y="-161657"/>
            <a:ext cx="3117603" cy="2380715"/>
          </a:xfrm>
          <a:custGeom>
            <a:avLst/>
            <a:gdLst/>
            <a:ahLst/>
            <a:cxnLst/>
            <a:rect r="r" b="b" t="t" l="l"/>
            <a:pathLst>
              <a:path h="2380715" w="3117603">
                <a:moveTo>
                  <a:pt x="0" y="0"/>
                </a:moveTo>
                <a:lnTo>
                  <a:pt x="3117603" y="0"/>
                </a:lnTo>
                <a:lnTo>
                  <a:pt x="3117603" y="2380714"/>
                </a:lnTo>
                <a:lnTo>
                  <a:pt x="0" y="2380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266428"/>
            <a:ext cx="5228771" cy="8052334"/>
            <a:chOff x="0" y="0"/>
            <a:chExt cx="615418" cy="947747"/>
          </a:xfrm>
        </p:grpSpPr>
        <p:sp>
          <p:nvSpPr>
            <p:cNvPr name="Freeform 7" id="7"/>
            <p:cNvSpPr/>
            <p:nvPr/>
          </p:nvSpPr>
          <p:spPr>
            <a:xfrm flipH="false" flipV="false" rot="0">
              <a:off x="0" y="0"/>
              <a:ext cx="615418" cy="947747"/>
            </a:xfrm>
            <a:custGeom>
              <a:avLst/>
              <a:gdLst/>
              <a:ahLst/>
              <a:cxnLst/>
              <a:rect r="r" b="b" t="t" l="l"/>
              <a:pathLst>
                <a:path h="947747" w="615418">
                  <a:moveTo>
                    <a:pt x="205250" y="928678"/>
                  </a:moveTo>
                  <a:cubicBezTo>
                    <a:pt x="236801" y="940191"/>
                    <a:pt x="272670" y="947747"/>
                    <a:pt x="307875" y="947747"/>
                  </a:cubicBezTo>
                  <a:cubicBezTo>
                    <a:pt x="343080" y="947747"/>
                    <a:pt x="376956" y="941270"/>
                    <a:pt x="408175" y="929756"/>
                  </a:cubicBezTo>
                  <a:cubicBezTo>
                    <a:pt x="408840" y="929396"/>
                    <a:pt x="409504" y="929396"/>
                    <a:pt x="410168" y="929037"/>
                  </a:cubicBezTo>
                  <a:cubicBezTo>
                    <a:pt x="527406" y="882982"/>
                    <a:pt x="613757" y="761368"/>
                    <a:pt x="615418" y="616247"/>
                  </a:cubicBezTo>
                  <a:lnTo>
                    <a:pt x="615418" y="0"/>
                  </a:lnTo>
                  <a:lnTo>
                    <a:pt x="0" y="0"/>
                  </a:lnTo>
                  <a:lnTo>
                    <a:pt x="0" y="615790"/>
                  </a:lnTo>
                  <a:cubicBezTo>
                    <a:pt x="1661" y="762087"/>
                    <a:pt x="86683" y="883702"/>
                    <a:pt x="205250" y="928678"/>
                  </a:cubicBezTo>
                  <a:close/>
                </a:path>
              </a:pathLst>
            </a:custGeom>
            <a:blipFill>
              <a:blip r:embed="rId4"/>
              <a:stretch>
                <a:fillRect l="-88399" t="0" r="-42745" b="0"/>
              </a:stretch>
            </a:blipFill>
          </p:spPr>
        </p:sp>
      </p:grpSp>
      <p:sp>
        <p:nvSpPr>
          <p:cNvPr name="Freeform 8" id="8"/>
          <p:cNvSpPr/>
          <p:nvPr/>
        </p:nvSpPr>
        <p:spPr>
          <a:xfrm flipH="false" flipV="true" rot="159088">
            <a:off x="10199869" y="-567000"/>
            <a:ext cx="8215405" cy="4893755"/>
          </a:xfrm>
          <a:custGeom>
            <a:avLst/>
            <a:gdLst/>
            <a:ahLst/>
            <a:cxnLst/>
            <a:rect r="r" b="b" t="t" l="l"/>
            <a:pathLst>
              <a:path h="4893755" w="8215405">
                <a:moveTo>
                  <a:pt x="0" y="4893755"/>
                </a:moveTo>
                <a:lnTo>
                  <a:pt x="8215406" y="4893755"/>
                </a:lnTo>
                <a:lnTo>
                  <a:pt x="8215406" y="0"/>
                </a:lnTo>
                <a:lnTo>
                  <a:pt x="0" y="0"/>
                </a:lnTo>
                <a:lnTo>
                  <a:pt x="0" y="4893755"/>
                </a:lnTo>
                <a:close/>
              </a:path>
            </a:pathLst>
          </a:custGeom>
          <a:blipFill>
            <a:blip r:embed="rId5">
              <a:extLst>
                <a:ext uri="{96DAC541-7B7A-43D3-8B79-37D633B846F1}">
                  <asvg:svgBlip xmlns:asvg="http://schemas.microsoft.com/office/drawing/2016/SVG/main" r:embed="rId6"/>
                </a:ext>
              </a:extLst>
            </a:blip>
            <a:stretch>
              <a:fillRect l="-16343" t="0" r="0" b="0"/>
            </a:stretch>
          </a:blipFill>
        </p:spPr>
      </p:sp>
      <p:grpSp>
        <p:nvGrpSpPr>
          <p:cNvPr name="Group 9" id="9"/>
          <p:cNvGrpSpPr/>
          <p:nvPr/>
        </p:nvGrpSpPr>
        <p:grpSpPr>
          <a:xfrm rot="0">
            <a:off x="8152417" y="4358714"/>
            <a:ext cx="9331635" cy="4221126"/>
            <a:chOff x="0" y="0"/>
            <a:chExt cx="2457715" cy="1111737"/>
          </a:xfrm>
        </p:grpSpPr>
        <p:sp>
          <p:nvSpPr>
            <p:cNvPr name="Freeform 10" id="10"/>
            <p:cNvSpPr/>
            <p:nvPr/>
          </p:nvSpPr>
          <p:spPr>
            <a:xfrm flipH="false" flipV="false" rot="0">
              <a:off x="0" y="0"/>
              <a:ext cx="2457715" cy="1111737"/>
            </a:xfrm>
            <a:custGeom>
              <a:avLst/>
              <a:gdLst/>
              <a:ahLst/>
              <a:cxnLst/>
              <a:rect r="r" b="b" t="t" l="l"/>
              <a:pathLst>
                <a:path h="1111737" w="2457715">
                  <a:moveTo>
                    <a:pt x="42312" y="0"/>
                  </a:moveTo>
                  <a:lnTo>
                    <a:pt x="2415403" y="0"/>
                  </a:lnTo>
                  <a:cubicBezTo>
                    <a:pt x="2426625" y="0"/>
                    <a:pt x="2437387" y="4458"/>
                    <a:pt x="2445322" y="12393"/>
                  </a:cubicBezTo>
                  <a:cubicBezTo>
                    <a:pt x="2453257" y="20328"/>
                    <a:pt x="2457715" y="31090"/>
                    <a:pt x="2457715" y="42312"/>
                  </a:cubicBezTo>
                  <a:lnTo>
                    <a:pt x="2457715" y="1069425"/>
                  </a:lnTo>
                  <a:cubicBezTo>
                    <a:pt x="2457715" y="1092793"/>
                    <a:pt x="2438771" y="1111737"/>
                    <a:pt x="2415403" y="1111737"/>
                  </a:cubicBezTo>
                  <a:lnTo>
                    <a:pt x="42312" y="1111737"/>
                  </a:lnTo>
                  <a:cubicBezTo>
                    <a:pt x="18944" y="1111737"/>
                    <a:pt x="0" y="1092793"/>
                    <a:pt x="0" y="1069425"/>
                  </a:cubicBezTo>
                  <a:lnTo>
                    <a:pt x="0" y="42312"/>
                  </a:lnTo>
                  <a:cubicBezTo>
                    <a:pt x="0" y="18944"/>
                    <a:pt x="18944" y="0"/>
                    <a:pt x="42312" y="0"/>
                  </a:cubicBezTo>
                  <a:close/>
                </a:path>
              </a:pathLst>
            </a:custGeom>
            <a:solidFill>
              <a:srgbClr val="D8B188"/>
            </a:solidFill>
          </p:spPr>
        </p:sp>
        <p:sp>
          <p:nvSpPr>
            <p:cNvPr name="TextBox 11" id="11"/>
            <p:cNvSpPr txBox="true"/>
            <p:nvPr/>
          </p:nvSpPr>
          <p:spPr>
            <a:xfrm>
              <a:off x="0" y="-38100"/>
              <a:ext cx="2457715" cy="114983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927665" y="1507074"/>
            <a:ext cx="8868264" cy="2670175"/>
          </a:xfrm>
          <a:prstGeom prst="rect">
            <a:avLst/>
          </a:prstGeom>
        </p:spPr>
        <p:txBody>
          <a:bodyPr anchor="t" rtlCol="false" tIns="0" lIns="0" bIns="0" rIns="0">
            <a:spAutoFit/>
          </a:bodyPr>
          <a:lstStyle/>
          <a:p>
            <a:pPr algn="l">
              <a:lnSpc>
                <a:spcPts val="10624"/>
              </a:lnSpc>
            </a:pPr>
            <a:r>
              <a:rPr lang="en-US" sz="8499" b="true">
                <a:solidFill>
                  <a:srgbClr val="602C0B"/>
                </a:solidFill>
                <a:latin typeface="Livvic Heavy"/>
                <a:ea typeface="Livvic Heavy"/>
                <a:cs typeface="Livvic Heavy"/>
                <a:sym typeface="Livvic Heavy"/>
              </a:rPr>
              <a:t>WHY IT IS USEFUL?</a:t>
            </a:r>
          </a:p>
        </p:txBody>
      </p:sp>
      <p:sp>
        <p:nvSpPr>
          <p:cNvPr name="Freeform 13" id="13"/>
          <p:cNvSpPr/>
          <p:nvPr/>
        </p:nvSpPr>
        <p:spPr>
          <a:xfrm flipH="false" flipV="false" rot="0">
            <a:off x="2606143" y="8270643"/>
            <a:ext cx="2073884" cy="309197"/>
          </a:xfrm>
          <a:custGeom>
            <a:avLst/>
            <a:gdLst/>
            <a:ahLst/>
            <a:cxnLst/>
            <a:rect r="r" b="b" t="t" l="l"/>
            <a:pathLst>
              <a:path h="309197" w="2073884">
                <a:moveTo>
                  <a:pt x="0" y="0"/>
                </a:moveTo>
                <a:lnTo>
                  <a:pt x="2073885" y="0"/>
                </a:lnTo>
                <a:lnTo>
                  <a:pt x="2073885" y="309197"/>
                </a:lnTo>
                <a:lnTo>
                  <a:pt x="0" y="3091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8695263" y="4897017"/>
            <a:ext cx="8564037" cy="3106420"/>
          </a:xfrm>
          <a:prstGeom prst="rect">
            <a:avLst/>
          </a:prstGeom>
        </p:spPr>
        <p:txBody>
          <a:bodyPr anchor="t" rtlCol="false" tIns="0" lIns="0" bIns="0" rIns="0">
            <a:spAutoFit/>
          </a:bodyPr>
          <a:lstStyle/>
          <a:p>
            <a:pPr algn="ctr">
              <a:lnSpc>
                <a:spcPts val="3079"/>
              </a:lnSpc>
              <a:spcBef>
                <a:spcPct val="0"/>
              </a:spcBef>
            </a:pPr>
            <a:r>
              <a:rPr lang="en-US" sz="2199" i="true">
                <a:solidFill>
                  <a:srgbClr val="602C0B"/>
                </a:solidFill>
                <a:latin typeface="Canva Sans Italics"/>
                <a:ea typeface="Canva Sans Italics"/>
                <a:cs typeface="Canva Sans Italics"/>
                <a:sym typeface="Canva Sans Italics"/>
              </a:rPr>
              <a:t>Recipe book websites are useful because they offer vast collections of recipes that are easily searchable, can be organized in many ways, and often include nutritional information. They provide immediate access to a huge variety of dishes, helping users find recipes based on ingredients they have on hand, dietary needs, or desired cuisine, which can help with meal planning and experimenting with new dishes to improve cooking skills.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9E1"/>
        </a:solidFill>
      </p:bgPr>
    </p:bg>
    <p:spTree>
      <p:nvGrpSpPr>
        <p:cNvPr id="1" name=""/>
        <p:cNvGrpSpPr/>
        <p:nvPr/>
      </p:nvGrpSpPr>
      <p:grpSpPr>
        <a:xfrm>
          <a:off x="0" y="0"/>
          <a:ext cx="0" cy="0"/>
          <a:chOff x="0" y="0"/>
          <a:chExt cx="0" cy="0"/>
        </a:xfrm>
      </p:grpSpPr>
      <p:grpSp>
        <p:nvGrpSpPr>
          <p:cNvPr name="Group 2" id="2"/>
          <p:cNvGrpSpPr/>
          <p:nvPr/>
        </p:nvGrpSpPr>
        <p:grpSpPr>
          <a:xfrm rot="0">
            <a:off x="-326375" y="9315450"/>
            <a:ext cx="19047875" cy="1398865"/>
            <a:chOff x="0" y="0"/>
            <a:chExt cx="5016724" cy="368425"/>
          </a:xfrm>
        </p:grpSpPr>
        <p:sp>
          <p:nvSpPr>
            <p:cNvPr name="Freeform 3" id="3"/>
            <p:cNvSpPr/>
            <p:nvPr/>
          </p:nvSpPr>
          <p:spPr>
            <a:xfrm flipH="false" flipV="false" rot="0">
              <a:off x="0" y="0"/>
              <a:ext cx="5016724" cy="368425"/>
            </a:xfrm>
            <a:custGeom>
              <a:avLst/>
              <a:gdLst/>
              <a:ahLst/>
              <a:cxnLst/>
              <a:rect r="r" b="b" t="t" l="l"/>
              <a:pathLst>
                <a:path h="368425" w="5016724">
                  <a:moveTo>
                    <a:pt x="0" y="0"/>
                  </a:moveTo>
                  <a:lnTo>
                    <a:pt x="5016724" y="0"/>
                  </a:lnTo>
                  <a:lnTo>
                    <a:pt x="5016724" y="368425"/>
                  </a:lnTo>
                  <a:lnTo>
                    <a:pt x="0" y="368425"/>
                  </a:lnTo>
                  <a:close/>
                </a:path>
              </a:pathLst>
            </a:custGeom>
            <a:solidFill>
              <a:srgbClr val="602C0B"/>
            </a:solidFill>
          </p:spPr>
        </p:sp>
        <p:sp>
          <p:nvSpPr>
            <p:cNvPr name="TextBox 4" id="4"/>
            <p:cNvSpPr txBox="true"/>
            <p:nvPr/>
          </p:nvSpPr>
          <p:spPr>
            <a:xfrm>
              <a:off x="0" y="-38100"/>
              <a:ext cx="5016724" cy="40652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589711" y="-161657"/>
            <a:ext cx="3117603" cy="2380715"/>
          </a:xfrm>
          <a:custGeom>
            <a:avLst/>
            <a:gdLst/>
            <a:ahLst/>
            <a:cxnLst/>
            <a:rect r="r" b="b" t="t" l="l"/>
            <a:pathLst>
              <a:path h="2380715" w="3117603">
                <a:moveTo>
                  <a:pt x="0" y="0"/>
                </a:moveTo>
                <a:lnTo>
                  <a:pt x="3117603" y="0"/>
                </a:lnTo>
                <a:lnTo>
                  <a:pt x="3117603" y="2380714"/>
                </a:lnTo>
                <a:lnTo>
                  <a:pt x="0" y="2380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389865" y="1812649"/>
            <a:ext cx="7740911" cy="3704388"/>
            <a:chOff x="0" y="0"/>
            <a:chExt cx="2038759" cy="975641"/>
          </a:xfrm>
        </p:grpSpPr>
        <p:sp>
          <p:nvSpPr>
            <p:cNvPr name="Freeform 7" id="7"/>
            <p:cNvSpPr/>
            <p:nvPr/>
          </p:nvSpPr>
          <p:spPr>
            <a:xfrm flipH="false" flipV="false" rot="0">
              <a:off x="0" y="0"/>
              <a:ext cx="2038759" cy="975641"/>
            </a:xfrm>
            <a:custGeom>
              <a:avLst/>
              <a:gdLst/>
              <a:ahLst/>
              <a:cxnLst/>
              <a:rect r="r" b="b" t="t" l="l"/>
              <a:pathLst>
                <a:path h="975641" w="2038759">
                  <a:moveTo>
                    <a:pt x="51007" y="0"/>
                  </a:moveTo>
                  <a:lnTo>
                    <a:pt x="1987752" y="0"/>
                  </a:lnTo>
                  <a:cubicBezTo>
                    <a:pt x="2001280" y="0"/>
                    <a:pt x="2014253" y="5374"/>
                    <a:pt x="2023819" y="14940"/>
                  </a:cubicBezTo>
                  <a:cubicBezTo>
                    <a:pt x="2033385" y="24505"/>
                    <a:pt x="2038759" y="37479"/>
                    <a:pt x="2038759" y="51007"/>
                  </a:cubicBezTo>
                  <a:lnTo>
                    <a:pt x="2038759" y="924635"/>
                  </a:lnTo>
                  <a:cubicBezTo>
                    <a:pt x="2038759" y="952805"/>
                    <a:pt x="2015922" y="975641"/>
                    <a:pt x="1987752" y="975641"/>
                  </a:cubicBezTo>
                  <a:lnTo>
                    <a:pt x="51007" y="975641"/>
                  </a:lnTo>
                  <a:cubicBezTo>
                    <a:pt x="37479" y="975641"/>
                    <a:pt x="24505" y="970267"/>
                    <a:pt x="14940" y="960702"/>
                  </a:cubicBezTo>
                  <a:cubicBezTo>
                    <a:pt x="5374" y="951136"/>
                    <a:pt x="0" y="938163"/>
                    <a:pt x="0" y="924635"/>
                  </a:cubicBezTo>
                  <a:lnTo>
                    <a:pt x="0" y="51007"/>
                  </a:lnTo>
                  <a:cubicBezTo>
                    <a:pt x="0" y="37479"/>
                    <a:pt x="5374" y="24505"/>
                    <a:pt x="14940" y="14940"/>
                  </a:cubicBezTo>
                  <a:cubicBezTo>
                    <a:pt x="24505" y="5374"/>
                    <a:pt x="37479" y="0"/>
                    <a:pt x="51007" y="0"/>
                  </a:cubicBezTo>
                  <a:close/>
                </a:path>
              </a:pathLst>
            </a:custGeom>
            <a:solidFill>
              <a:srgbClr val="D8B188"/>
            </a:solidFill>
          </p:spPr>
        </p:sp>
        <p:sp>
          <p:nvSpPr>
            <p:cNvPr name="TextBox 8" id="8"/>
            <p:cNvSpPr txBox="true"/>
            <p:nvPr/>
          </p:nvSpPr>
          <p:spPr>
            <a:xfrm>
              <a:off x="0" y="-38100"/>
              <a:ext cx="2038759" cy="1013741"/>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389865" y="6118952"/>
            <a:ext cx="7740911" cy="2887584"/>
            <a:chOff x="0" y="0"/>
            <a:chExt cx="2038759" cy="760516"/>
          </a:xfrm>
        </p:grpSpPr>
        <p:sp>
          <p:nvSpPr>
            <p:cNvPr name="Freeform 10" id="10"/>
            <p:cNvSpPr/>
            <p:nvPr/>
          </p:nvSpPr>
          <p:spPr>
            <a:xfrm flipH="false" flipV="false" rot="0">
              <a:off x="0" y="0"/>
              <a:ext cx="2038759" cy="760516"/>
            </a:xfrm>
            <a:custGeom>
              <a:avLst/>
              <a:gdLst/>
              <a:ahLst/>
              <a:cxnLst/>
              <a:rect r="r" b="b" t="t" l="l"/>
              <a:pathLst>
                <a:path h="760516" w="2038759">
                  <a:moveTo>
                    <a:pt x="51007" y="0"/>
                  </a:moveTo>
                  <a:lnTo>
                    <a:pt x="1987752" y="0"/>
                  </a:lnTo>
                  <a:cubicBezTo>
                    <a:pt x="2001280" y="0"/>
                    <a:pt x="2014253" y="5374"/>
                    <a:pt x="2023819" y="14940"/>
                  </a:cubicBezTo>
                  <a:cubicBezTo>
                    <a:pt x="2033385" y="24505"/>
                    <a:pt x="2038759" y="37479"/>
                    <a:pt x="2038759" y="51007"/>
                  </a:cubicBezTo>
                  <a:lnTo>
                    <a:pt x="2038759" y="709509"/>
                  </a:lnTo>
                  <a:cubicBezTo>
                    <a:pt x="2038759" y="737679"/>
                    <a:pt x="2015922" y="760516"/>
                    <a:pt x="1987752" y="760516"/>
                  </a:cubicBezTo>
                  <a:lnTo>
                    <a:pt x="51007" y="760516"/>
                  </a:lnTo>
                  <a:cubicBezTo>
                    <a:pt x="37479" y="760516"/>
                    <a:pt x="24505" y="755142"/>
                    <a:pt x="14940" y="745576"/>
                  </a:cubicBezTo>
                  <a:cubicBezTo>
                    <a:pt x="5374" y="736011"/>
                    <a:pt x="0" y="723037"/>
                    <a:pt x="0" y="709509"/>
                  </a:cubicBezTo>
                  <a:lnTo>
                    <a:pt x="0" y="51007"/>
                  </a:lnTo>
                  <a:cubicBezTo>
                    <a:pt x="0" y="37479"/>
                    <a:pt x="5374" y="24505"/>
                    <a:pt x="14940" y="14940"/>
                  </a:cubicBezTo>
                  <a:cubicBezTo>
                    <a:pt x="24505" y="5374"/>
                    <a:pt x="37479" y="0"/>
                    <a:pt x="51007" y="0"/>
                  </a:cubicBezTo>
                  <a:close/>
                </a:path>
              </a:pathLst>
            </a:custGeom>
            <a:solidFill>
              <a:srgbClr val="602C0B"/>
            </a:solidFill>
          </p:spPr>
        </p:sp>
        <p:sp>
          <p:nvSpPr>
            <p:cNvPr name="TextBox 11" id="11"/>
            <p:cNvSpPr txBox="true"/>
            <p:nvPr/>
          </p:nvSpPr>
          <p:spPr>
            <a:xfrm>
              <a:off x="0" y="-38100"/>
              <a:ext cx="2038759" cy="798616"/>
            </a:xfrm>
            <a:prstGeom prst="rect">
              <a:avLst/>
            </a:prstGeom>
          </p:spPr>
          <p:txBody>
            <a:bodyPr anchor="ctr" rtlCol="false" tIns="50800" lIns="50800" bIns="50800" rIns="50800"/>
            <a:lstStyle/>
            <a:p>
              <a:pPr algn="ctr">
                <a:lnSpc>
                  <a:spcPts val="2799"/>
                </a:lnSpc>
                <a:spcBef>
                  <a:spcPct val="0"/>
                </a:spcBef>
              </a:pPr>
              <a:r>
                <a:rPr lang="en-US" sz="1999">
                  <a:solidFill>
                    <a:srgbClr val="000000"/>
                  </a:solidFill>
                  <a:latin typeface="Canva Sans"/>
                  <a:ea typeface="Canva Sans"/>
                  <a:cs typeface="Canva Sans"/>
                  <a:sym typeface="Canva Sans"/>
                </a:rPr>
                <a:t>We believe that cooking should be a source of joy and creativity, not frustration. We aim to demystify cooking and help you build confidence in the kitchen by providing quality recipes and resources. Whether you're looking for a classic comfort food or a new culinary adventure, we're here to help you cook with confidence and make every meal a celebration. </a:t>
              </a:r>
            </a:p>
          </p:txBody>
        </p:sp>
      </p:grpSp>
      <p:grpSp>
        <p:nvGrpSpPr>
          <p:cNvPr name="Group 12" id="12"/>
          <p:cNvGrpSpPr/>
          <p:nvPr/>
        </p:nvGrpSpPr>
        <p:grpSpPr>
          <a:xfrm rot="0">
            <a:off x="1028700" y="5750418"/>
            <a:ext cx="7291587" cy="2989486"/>
            <a:chOff x="0" y="0"/>
            <a:chExt cx="1129658" cy="463150"/>
          </a:xfrm>
        </p:grpSpPr>
        <p:sp>
          <p:nvSpPr>
            <p:cNvPr name="Freeform 13" id="13"/>
            <p:cNvSpPr/>
            <p:nvPr/>
          </p:nvSpPr>
          <p:spPr>
            <a:xfrm flipH="false" flipV="false" rot="0">
              <a:off x="0" y="0"/>
              <a:ext cx="1129658" cy="463150"/>
            </a:xfrm>
            <a:custGeom>
              <a:avLst/>
              <a:gdLst/>
              <a:ahLst/>
              <a:cxnLst/>
              <a:rect r="r" b="b" t="t" l="l"/>
              <a:pathLst>
                <a:path h="463150" w="1129658">
                  <a:moveTo>
                    <a:pt x="53088" y="0"/>
                  </a:moveTo>
                  <a:lnTo>
                    <a:pt x="1076570" y="0"/>
                  </a:lnTo>
                  <a:cubicBezTo>
                    <a:pt x="1105889" y="0"/>
                    <a:pt x="1129658" y="23768"/>
                    <a:pt x="1129658" y="53088"/>
                  </a:cubicBezTo>
                  <a:lnTo>
                    <a:pt x="1129658" y="410062"/>
                  </a:lnTo>
                  <a:cubicBezTo>
                    <a:pt x="1129658" y="439381"/>
                    <a:pt x="1105889" y="463150"/>
                    <a:pt x="1076570" y="463150"/>
                  </a:cubicBezTo>
                  <a:lnTo>
                    <a:pt x="53088" y="463150"/>
                  </a:lnTo>
                  <a:cubicBezTo>
                    <a:pt x="23768" y="463150"/>
                    <a:pt x="0" y="439381"/>
                    <a:pt x="0" y="410062"/>
                  </a:cubicBezTo>
                  <a:lnTo>
                    <a:pt x="0" y="53088"/>
                  </a:lnTo>
                  <a:cubicBezTo>
                    <a:pt x="0" y="23768"/>
                    <a:pt x="23768" y="0"/>
                    <a:pt x="53088" y="0"/>
                  </a:cubicBezTo>
                  <a:close/>
                </a:path>
              </a:pathLst>
            </a:custGeom>
            <a:blipFill>
              <a:blip r:embed="rId4"/>
              <a:stretch>
                <a:fillRect l="0" t="-62503" r="0" b="0"/>
              </a:stretch>
            </a:blipFill>
          </p:spPr>
        </p:sp>
      </p:grpSp>
      <p:sp>
        <p:nvSpPr>
          <p:cNvPr name="TextBox 14" id="14"/>
          <p:cNvSpPr txBox="true"/>
          <p:nvPr/>
        </p:nvSpPr>
        <p:spPr>
          <a:xfrm rot="0">
            <a:off x="1028700" y="1503837"/>
            <a:ext cx="7589982" cy="2576830"/>
          </a:xfrm>
          <a:prstGeom prst="rect">
            <a:avLst/>
          </a:prstGeom>
        </p:spPr>
        <p:txBody>
          <a:bodyPr anchor="t" rtlCol="false" tIns="0" lIns="0" bIns="0" rIns="0">
            <a:spAutoFit/>
          </a:bodyPr>
          <a:lstStyle/>
          <a:p>
            <a:pPr algn="l">
              <a:lnSpc>
                <a:spcPts val="10250"/>
              </a:lnSpc>
            </a:pPr>
            <a:r>
              <a:rPr lang="en-US" sz="8200" b="true">
                <a:solidFill>
                  <a:srgbClr val="602C0B"/>
                </a:solidFill>
                <a:latin typeface="Livvic Heavy"/>
                <a:ea typeface="Livvic Heavy"/>
                <a:cs typeface="Livvic Heavy"/>
                <a:sym typeface="Livvic Heavy"/>
              </a:rPr>
              <a:t>INFORMATION</a:t>
            </a:r>
          </a:p>
          <a:p>
            <a:pPr algn="l">
              <a:lnSpc>
                <a:spcPts val="10250"/>
              </a:lnSpc>
            </a:pPr>
            <a:r>
              <a:rPr lang="en-US" sz="8200" b="true">
                <a:solidFill>
                  <a:srgbClr val="602C0B"/>
                </a:solidFill>
                <a:latin typeface="Livvic Heavy"/>
                <a:ea typeface="Livvic Heavy"/>
                <a:cs typeface="Livvic Heavy"/>
                <a:sym typeface="Livvic Heavy"/>
              </a:rPr>
              <a:t>ABOUT US</a:t>
            </a:r>
          </a:p>
        </p:txBody>
      </p:sp>
      <p:sp>
        <p:nvSpPr>
          <p:cNvPr name="TextBox 15" id="15"/>
          <p:cNvSpPr txBox="true"/>
          <p:nvPr/>
        </p:nvSpPr>
        <p:spPr>
          <a:xfrm rot="0">
            <a:off x="9930931" y="2278638"/>
            <a:ext cx="6658780" cy="2724785"/>
          </a:xfrm>
          <a:prstGeom prst="rect">
            <a:avLst/>
          </a:prstGeom>
        </p:spPr>
        <p:txBody>
          <a:bodyPr anchor="t" rtlCol="false" tIns="0" lIns="0" bIns="0" rIns="0">
            <a:spAutoFit/>
          </a:bodyPr>
          <a:lstStyle/>
          <a:p>
            <a:pPr algn="just">
              <a:lnSpc>
                <a:spcPts val="3640"/>
              </a:lnSpc>
            </a:pPr>
            <a:r>
              <a:rPr lang="en-US" sz="2600" b="true">
                <a:solidFill>
                  <a:srgbClr val="000000"/>
                </a:solidFill>
                <a:latin typeface="Heebo Medium"/>
                <a:ea typeface="Heebo Medium"/>
                <a:cs typeface="Heebo Medium"/>
                <a:sym typeface="Heebo Medium"/>
              </a:rPr>
              <a:t>Welcome to Recipe Book! I am passionate about making delicious food accessible to everyone, from beginner cooks to seasoned chefs. My goal is to be your go-to source for easy-to-follow, creative, and reliable recipes that inspire you in the kitchen. </a:t>
            </a:r>
          </a:p>
        </p:txBody>
      </p:sp>
      <p:sp>
        <p:nvSpPr>
          <p:cNvPr name="Freeform 16" id="16"/>
          <p:cNvSpPr/>
          <p:nvPr/>
        </p:nvSpPr>
        <p:spPr>
          <a:xfrm flipH="false" flipV="false" rot="0">
            <a:off x="6962991" y="4734450"/>
            <a:ext cx="1804084" cy="268973"/>
          </a:xfrm>
          <a:custGeom>
            <a:avLst/>
            <a:gdLst/>
            <a:ahLst/>
            <a:cxnLst/>
            <a:rect r="r" b="b" t="t" l="l"/>
            <a:pathLst>
              <a:path h="268973" w="1804084">
                <a:moveTo>
                  <a:pt x="0" y="0"/>
                </a:moveTo>
                <a:lnTo>
                  <a:pt x="1804084" y="0"/>
                </a:lnTo>
                <a:lnTo>
                  <a:pt x="1804084" y="268973"/>
                </a:lnTo>
                <a:lnTo>
                  <a:pt x="0" y="2689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9E1"/>
        </a:solidFill>
      </p:bgPr>
    </p:bg>
    <p:spTree>
      <p:nvGrpSpPr>
        <p:cNvPr id="1" name=""/>
        <p:cNvGrpSpPr/>
        <p:nvPr/>
      </p:nvGrpSpPr>
      <p:grpSpPr>
        <a:xfrm>
          <a:off x="0" y="0"/>
          <a:ext cx="0" cy="0"/>
          <a:chOff x="0" y="0"/>
          <a:chExt cx="0" cy="0"/>
        </a:xfrm>
      </p:grpSpPr>
      <p:sp>
        <p:nvSpPr>
          <p:cNvPr name="TextBox 2" id="2"/>
          <p:cNvSpPr txBox="true"/>
          <p:nvPr/>
        </p:nvSpPr>
        <p:spPr>
          <a:xfrm rot="0">
            <a:off x="2592336" y="3239994"/>
            <a:ext cx="13527861" cy="2398128"/>
          </a:xfrm>
          <a:prstGeom prst="rect">
            <a:avLst/>
          </a:prstGeom>
        </p:spPr>
        <p:txBody>
          <a:bodyPr anchor="t" rtlCol="false" tIns="0" lIns="0" bIns="0" rIns="0">
            <a:spAutoFit/>
          </a:bodyPr>
          <a:lstStyle/>
          <a:p>
            <a:pPr algn="ctr">
              <a:lnSpc>
                <a:spcPts val="19177"/>
              </a:lnSpc>
            </a:pPr>
            <a:r>
              <a:rPr lang="en-US" b="true" sz="15342">
                <a:solidFill>
                  <a:srgbClr val="602C0B"/>
                </a:solidFill>
                <a:latin typeface="Livvic Heavy"/>
                <a:ea typeface="Livvic Heavy"/>
                <a:cs typeface="Livvic Heavy"/>
                <a:sym typeface="Livvic Heavy"/>
              </a:rPr>
              <a:t>THANK YOU!</a:t>
            </a:r>
          </a:p>
        </p:txBody>
      </p:sp>
      <p:sp>
        <p:nvSpPr>
          <p:cNvPr name="Freeform 3" id="3"/>
          <p:cNvSpPr/>
          <p:nvPr/>
        </p:nvSpPr>
        <p:spPr>
          <a:xfrm flipH="false" flipV="false" rot="-115766">
            <a:off x="6639405" y="3873243"/>
            <a:ext cx="11798832" cy="7028332"/>
          </a:xfrm>
          <a:custGeom>
            <a:avLst/>
            <a:gdLst/>
            <a:ahLst/>
            <a:cxnLst/>
            <a:rect r="r" b="b" t="t" l="l"/>
            <a:pathLst>
              <a:path h="7028332" w="11798832">
                <a:moveTo>
                  <a:pt x="0" y="0"/>
                </a:moveTo>
                <a:lnTo>
                  <a:pt x="11798832" y="0"/>
                </a:lnTo>
                <a:lnTo>
                  <a:pt x="11798832" y="7028332"/>
                </a:lnTo>
                <a:lnTo>
                  <a:pt x="0" y="7028332"/>
                </a:lnTo>
                <a:lnTo>
                  <a:pt x="0" y="0"/>
                </a:lnTo>
                <a:close/>
              </a:path>
            </a:pathLst>
          </a:custGeom>
          <a:blipFill>
            <a:blip r:embed="rId2">
              <a:extLst>
                <a:ext uri="{96DAC541-7B7A-43D3-8B79-37D633B846F1}">
                  <asvg:svgBlip xmlns:asvg="http://schemas.microsoft.com/office/drawing/2016/SVG/main" r:embed="rId3"/>
                </a:ext>
              </a:extLst>
            </a:blip>
            <a:stretch>
              <a:fillRect l="-16343" t="0" r="0" b="0"/>
            </a:stretch>
          </a:blipFill>
        </p:spPr>
      </p:sp>
      <p:sp>
        <p:nvSpPr>
          <p:cNvPr name="Freeform 4" id="4"/>
          <p:cNvSpPr/>
          <p:nvPr/>
        </p:nvSpPr>
        <p:spPr>
          <a:xfrm flipH="true" flipV="true" rot="0">
            <a:off x="-2246305" y="-1819433"/>
            <a:ext cx="5727506" cy="5696266"/>
          </a:xfrm>
          <a:custGeom>
            <a:avLst/>
            <a:gdLst/>
            <a:ahLst/>
            <a:cxnLst/>
            <a:rect r="r" b="b" t="t" l="l"/>
            <a:pathLst>
              <a:path h="5696266" w="5727506">
                <a:moveTo>
                  <a:pt x="5727506" y="5696266"/>
                </a:moveTo>
                <a:lnTo>
                  <a:pt x="0" y="5696266"/>
                </a:lnTo>
                <a:lnTo>
                  <a:pt x="0" y="0"/>
                </a:lnTo>
                <a:lnTo>
                  <a:pt x="5727506" y="0"/>
                </a:lnTo>
                <a:lnTo>
                  <a:pt x="5727506" y="56962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617448" y="8151845"/>
            <a:ext cx="3071170" cy="2345257"/>
          </a:xfrm>
          <a:custGeom>
            <a:avLst/>
            <a:gdLst/>
            <a:ahLst/>
            <a:cxnLst/>
            <a:rect r="r" b="b" t="t" l="l"/>
            <a:pathLst>
              <a:path h="2345257" w="3071170">
                <a:moveTo>
                  <a:pt x="0" y="2345257"/>
                </a:moveTo>
                <a:lnTo>
                  <a:pt x="3071170" y="2345257"/>
                </a:lnTo>
                <a:lnTo>
                  <a:pt x="3071170" y="0"/>
                </a:lnTo>
                <a:lnTo>
                  <a:pt x="0" y="0"/>
                </a:lnTo>
                <a:lnTo>
                  <a:pt x="0" y="234525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63422" y="1972910"/>
            <a:ext cx="2799220" cy="417338"/>
          </a:xfrm>
          <a:custGeom>
            <a:avLst/>
            <a:gdLst/>
            <a:ahLst/>
            <a:cxnLst/>
            <a:rect r="r" b="b" t="t" l="l"/>
            <a:pathLst>
              <a:path h="417338" w="2799220">
                <a:moveTo>
                  <a:pt x="0" y="0"/>
                </a:moveTo>
                <a:lnTo>
                  <a:pt x="2799220" y="0"/>
                </a:lnTo>
                <a:lnTo>
                  <a:pt x="2799220" y="417339"/>
                </a:lnTo>
                <a:lnTo>
                  <a:pt x="0" y="4173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DAG5nKt3P5w</dc:identifier>
  <dcterms:modified xsi:type="dcterms:W3CDTF">2011-08-01T06:04:30Z</dcterms:modified>
  <cp:revision>1</cp:revision>
  <dc:title>RECIPE BOOK</dc:title>
</cp:coreProperties>
</file>